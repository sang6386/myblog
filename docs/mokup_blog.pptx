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429385" y="755650"/>
            <a:ext cx="9334500" cy="5683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>
                <a:sym typeface="+mn-ea"/>
              </a:rPr>
              <a:t>HEADER: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My Blog | Home | About | Posts | Contact</a:t>
            </a:r>
            <a:endParaRPr>
              <a:sym typeface="+mn-ea"/>
            </a:endParaRPr>
          </a:p>
          <a:p>
            <a:endParaRPr lang="en-US"/>
          </a:p>
          <a:p>
            <a:r>
              <a:rPr>
                <a:sym typeface="+mn-ea"/>
              </a:rPr>
              <a:t>BANNER: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Chào mừng đến với Blog của tôi!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Nơi chia sẻ kiến thức về Lập trình mạng, Socket, RMI và các công nghệ web hiện đại.</a:t>
            </a:r>
            <a:endParaRPr>
              <a:sym typeface="+mn-ea"/>
            </a:endParaRPr>
          </a:p>
          <a:p>
            <a:endParaRPr lang="en-US"/>
          </a:p>
          <a:p>
            <a:r>
              <a:rPr>
                <a:sym typeface="+mn-ea"/>
              </a:rPr>
              <a:t>BÀI VIẾT MỚI:</a:t>
            </a:r>
            <a:endParaRPr>
              <a:sym typeface="+mn-ea"/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algn="r"/>
            <a:r>
              <a:rPr>
                <a:sym typeface="+mn-ea"/>
              </a:rPr>
              <a:t>SIDEBAR:</a:t>
            </a:r>
            <a:endParaRPr>
              <a:sym typeface="+mn-ea"/>
            </a:endParaRPr>
          </a:p>
          <a:p>
            <a:pPr algn="r"/>
            <a:r>
              <a:rPr>
                <a:sym typeface="+mn-ea"/>
              </a:rPr>
              <a:t>👋 Xin chào! Tôi là Sang – sinh viên CNTT,</a:t>
            </a:r>
            <a:endParaRPr>
              <a:sym typeface="+mn-ea"/>
            </a:endParaRPr>
          </a:p>
          <a:p>
            <a:pPr algn="r"/>
            <a:r>
              <a:rPr>
                <a:sym typeface="+mn-ea"/>
              </a:rPr>
              <a:t> đam mê lập trình và mạng.</a:t>
            </a:r>
            <a:endParaRPr>
              <a:sym typeface="+mn-ea"/>
            </a:endParaRPr>
          </a:p>
          <a:p>
            <a:pPr algn="r"/>
            <a:r>
              <a:rPr>
                <a:sym typeface="+mn-ea"/>
              </a:rPr>
              <a:t>#Java #Socket #Networking #RMI</a:t>
            </a:r>
            <a:endParaRPr>
              <a:sym typeface="+mn-ea"/>
            </a:endParaRPr>
          </a:p>
          <a:p>
            <a:pPr algn="r"/>
            <a:endParaRPr lang="en-US"/>
          </a:p>
          <a:p>
            <a:pPr algn="r"/>
            <a:r>
              <a:rPr>
                <a:sym typeface="+mn-ea"/>
              </a:rPr>
              <a:t>FOOTER:</a:t>
            </a:r>
            <a:endParaRPr>
              <a:sym typeface="+mn-ea"/>
            </a:endParaRPr>
          </a:p>
          <a:p>
            <a:pPr algn="r"/>
            <a:r>
              <a:rPr>
                <a:sym typeface="+mn-ea"/>
              </a:rPr>
              <a:t>© 2025 Sang </a:t>
            </a:r>
            <a:endParaRPr>
              <a:sym typeface="+mn-ea"/>
            </a:endParaRPr>
          </a:p>
          <a:p>
            <a:pPr algn="r"/>
            <a:r>
              <a:rPr>
                <a:sym typeface="+mn-ea"/>
              </a:rPr>
              <a:t>– Liên hệ: sang6386@gmail.com</a:t>
            </a:r>
            <a:endParaRPr>
              <a:sym typeface="+mn-ea"/>
            </a:endParaRPr>
          </a:p>
          <a:p>
            <a:pPr algn="r"/>
            <a:r>
              <a:rPr>
                <a:sym typeface="+mn-ea"/>
              </a:rPr>
              <a:t> – GitHub: github.com/sang6386</a:t>
            </a:r>
            <a:endParaRPr lang="en-US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428750" y="387350"/>
            <a:ext cx="93351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>
                <a:sym typeface="+mn-ea"/>
              </a:rPr>
              <a:t>Home – Trang chủ</a:t>
            </a: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363345" y="695325"/>
            <a:ext cx="93637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>
                <a:sym typeface="+mn-ea"/>
              </a:rPr>
              <a:t>About – Giới thiệu</a:t>
            </a:r>
            <a:endParaRPr lang="en-US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363345" y="2343785"/>
            <a:ext cx="936434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>
                <a:sym typeface="+mn-ea"/>
              </a:rPr>
              <a:t>GIỚI THIỆU VỀ TÔI: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Xin chào! Tôi là Sang, sinh viên công nghệ thông tin định hướng phát triển trong lĩnh vực Lập trình mạng và Web.</a:t>
            </a:r>
            <a:endParaRPr>
              <a:sym typeface="+mn-ea"/>
            </a:endParaRPr>
          </a:p>
          <a:p>
            <a:endParaRPr lang="en-US"/>
          </a:p>
          <a:p>
            <a:r>
              <a:rPr>
                <a:sym typeface="+mn-ea"/>
              </a:rPr>
              <a:t>MỤC TIÊU: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Xây dựng blog cá nhân chuyên nghiệp, hệ thống hoá kiến thức công nghệ và chia sẻ kinh nghiệm.</a:t>
            </a:r>
            <a:endParaRPr>
              <a:sym typeface="+mn-ea"/>
            </a:endParaRPr>
          </a:p>
          <a:p>
            <a:endParaRPr lang="en-US"/>
          </a:p>
          <a:p>
            <a:r>
              <a:rPr>
                <a:sym typeface="+mn-ea"/>
              </a:rPr>
              <a:t>NỘI DUNG TRANG: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Ảnh đại diện, đoạn giới thiệu, kỹ năng, định hướng nghề nghiệp, liên kết GitHub.</a:t>
            </a: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274445" y="900430"/>
            <a:ext cx="95389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>
                <a:sym typeface="+mn-ea"/>
              </a:rPr>
              <a:t>Contact – Liên hệ</a:t>
            </a:r>
            <a:endParaRPr lang="en-US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274445" y="1625600"/>
            <a:ext cx="609600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000">
                <a:sym typeface="+mn-ea"/>
              </a:rPr>
              <a:t>LIÊN HỆ VỚI TÔI:</a:t>
            </a:r>
            <a:endParaRPr sz="2000">
              <a:sym typeface="+mn-ea"/>
            </a:endParaRPr>
          </a:p>
          <a:p>
            <a:endParaRPr lang="en-US" sz="2000"/>
          </a:p>
          <a:p>
            <a:r>
              <a:rPr sz="2000">
                <a:sym typeface="+mn-ea"/>
              </a:rPr>
              <a:t>Tên: </a:t>
            </a:r>
            <a:r>
              <a:rPr lang="vi-VN" sz="2000">
                <a:sym typeface="+mn-ea"/>
              </a:rPr>
              <a:t>Nguyen Ngoc Sang</a:t>
            </a:r>
            <a:endParaRPr sz="2000">
              <a:sym typeface="+mn-ea"/>
            </a:endParaRPr>
          </a:p>
          <a:p>
            <a:r>
              <a:rPr sz="2000">
                <a:sym typeface="+mn-ea"/>
              </a:rPr>
              <a:t>Email: </a:t>
            </a:r>
            <a:r>
              <a:rPr lang="vi-VN" sz="2000">
                <a:sym typeface="+mn-ea"/>
              </a:rPr>
              <a:t>1120ngsang25@gmail.com</a:t>
            </a:r>
            <a:endParaRPr sz="2000">
              <a:sym typeface="+mn-ea"/>
            </a:endParaRPr>
          </a:p>
          <a:p>
            <a:endParaRPr lang="en-US" sz="2000"/>
          </a:p>
          <a:p>
            <a:r>
              <a:rPr sz="2000">
                <a:sym typeface="+mn-ea"/>
              </a:rPr>
              <a:t>THÔNG TIN KHÁC:</a:t>
            </a:r>
            <a:endParaRPr sz="2000">
              <a:sym typeface="+mn-ea"/>
            </a:endParaRPr>
          </a:p>
          <a:p>
            <a:r>
              <a:rPr sz="2000">
                <a:sym typeface="+mn-ea"/>
              </a:rPr>
              <a:t>📧 Email: sang6386@gmail.com</a:t>
            </a:r>
            <a:endParaRPr sz="2000">
              <a:sym typeface="+mn-ea"/>
            </a:endParaRPr>
          </a:p>
          <a:p>
            <a:r>
              <a:rPr sz="2000">
                <a:sym typeface="+mn-ea"/>
              </a:rPr>
              <a:t>💻 GitHub: github.com/sang6386</a:t>
            </a:r>
            <a:endParaRPr sz="2000">
              <a:sym typeface="+mn-ea"/>
            </a:endParaRPr>
          </a:p>
          <a:p>
            <a:r>
              <a:rPr sz="2000">
                <a:sym typeface="+mn-ea"/>
              </a:rPr>
              <a:t>🔗 LinkedIn: linkedin.com/in/sang6386</a:t>
            </a:r>
            <a:endParaRPr lang="en-US" sz="2000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919</Words>
  <Application>WPS Presentation</Application>
  <PresentationFormat>Widescreen</PresentationFormat>
  <Paragraphs>47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Gear Drives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LENOVO</dc:creator>
  <cp:lastModifiedBy>Ngọc Sang</cp:lastModifiedBy>
  <cp:revision>3</cp:revision>
  <dcterms:created xsi:type="dcterms:W3CDTF">2025-07-23T00:59:00Z</dcterms:created>
  <dcterms:modified xsi:type="dcterms:W3CDTF">2025-10-20T17:18:25Z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699007BC9F8345CD95F5304F8796A37C_11</vt:lpwstr>
  </property>
  <property fmtid="{D5CDD505-2E9C-101B-9397-08002B2CF9AE}" pid="3" name="KSOProductBuildVer">
    <vt:lpwstr>1033-12.2.0.22549</vt:lpwstr>
  </property>
</Properties>
</file>